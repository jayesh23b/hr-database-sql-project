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8" r:id="rId8"/>
    <p:sldId id="269" r:id="rId9"/>
    <p:sldId id="273" r:id="rId10"/>
    <p:sldId id="272" r:id="rId11"/>
    <p:sldId id="270" r:id="rId12"/>
    <p:sldId id="27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13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544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693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341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074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31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725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943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471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606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99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2751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824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55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543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9749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00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818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232" y="624110"/>
            <a:ext cx="7107935" cy="1280890"/>
          </a:xfrm>
        </p:spPr>
        <p:txBody>
          <a:bodyPr/>
          <a:lstStyle/>
          <a:p>
            <a:pPr>
              <a:defRPr sz="3600" b="1">
                <a:solidFill>
                  <a:srgbClr val="006666"/>
                </a:solidFill>
              </a:defRPr>
            </a:pPr>
            <a:r>
              <a:rPr dirty="0">
                <a:latin typeface="Algerian" panose="04020705040A02060702" pitchFamily="82" charset="0"/>
              </a:rPr>
              <a:t>HR DATABASE MANAGEMENT </a:t>
            </a:r>
            <a:r>
              <a:rPr lang="en-US" dirty="0">
                <a:latin typeface="Algerian" panose="04020705040A02060702" pitchFamily="82" charset="0"/>
              </a:rPr>
              <a:t>    					</a:t>
            </a:r>
            <a:r>
              <a:rPr dirty="0">
                <a:latin typeface="Algerian" panose="04020705040A02060702" pitchFamily="82" charset="0"/>
              </a:rPr>
              <a:t>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" y="2462784"/>
            <a:ext cx="8503920" cy="4077907"/>
          </a:xfrm>
        </p:spPr>
        <p:txBody>
          <a:bodyPr/>
          <a:lstStyle/>
          <a:p>
            <a:pPr marL="0" indent="0">
              <a:buNone/>
              <a:defRPr sz="2000">
                <a:solidFill>
                  <a:srgbClr val="669999"/>
                </a:solidFill>
              </a:defRPr>
            </a:pPr>
            <a:r>
              <a:rPr lang="en-US" dirty="0"/>
              <a:t>			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Arial Rounded MT Bold" panose="020F0704030504030204" pitchFamily="34" charset="0"/>
              </a:rPr>
              <a:t>HR DATABASE MANAGEMENT SYSTEM</a:t>
            </a:r>
          </a:p>
          <a:p>
            <a:pPr marL="0" indent="0">
              <a:buNone/>
              <a:defRPr sz="2000">
                <a:solidFill>
                  <a:srgbClr val="669999"/>
                </a:solidFill>
              </a:defRPr>
            </a:pP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Arial Rounded MT Bold" panose="020F0704030504030204" pitchFamily="34" charset="0"/>
              </a:rPr>
              <a:t>		A SQL-Based Employee Data &amp; Analytics Project</a:t>
            </a:r>
          </a:p>
          <a:p>
            <a:pPr marL="0" indent="0">
              <a:buNone/>
              <a:defRPr sz="2000">
                <a:solidFill>
                  <a:srgbClr val="669999"/>
                </a:solidFill>
              </a:defRPr>
            </a:pPr>
            <a:endParaRPr lang="en-US" dirty="0">
              <a:solidFill>
                <a:schemeClr val="accent3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marL="0" indent="0">
              <a:buNone/>
              <a:defRPr sz="2000">
                <a:solidFill>
                  <a:srgbClr val="669999"/>
                </a:solidFill>
              </a:defRPr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					</a:t>
            </a:r>
            <a:r>
              <a:rPr lang="en-US" sz="2100" b="1" dirty="0">
                <a:solidFill>
                  <a:schemeClr val="accent3">
                    <a:lumMod val="50000"/>
                  </a:schemeClr>
                </a:solidFill>
                <a:latin typeface="Arial Rounded MT Bold" panose="020F0704030504030204" pitchFamily="34" charset="0"/>
              </a:rPr>
              <a:t>Prepared By: Jayesh Bacchav</a:t>
            </a:r>
          </a:p>
          <a:p>
            <a:pPr marL="0" indent="0">
              <a:buNone/>
              <a:defRPr sz="2000">
                <a:solidFill>
                  <a:srgbClr val="669999"/>
                </a:solidFill>
              </a:defRPr>
            </a:pPr>
            <a:r>
              <a:rPr lang="en-US" sz="2100" b="1" dirty="0">
                <a:solidFill>
                  <a:schemeClr val="accent3">
                    <a:lumMod val="50000"/>
                  </a:schemeClr>
                </a:solidFill>
                <a:latin typeface="Arial Rounded MT Bold" panose="020F0704030504030204" pitchFamily="34" charset="0"/>
              </a:rPr>
              <a:t>					  </a:t>
            </a:r>
            <a:r>
              <a:rPr lang="en-US" b="1" dirty="0" err="1">
                <a:solidFill>
                  <a:schemeClr val="accent3">
                    <a:lumMod val="50000"/>
                  </a:schemeClr>
                </a:solidFill>
                <a:latin typeface="Arial Rounded MT Bold" panose="020F0704030504030204" pitchFamily="34" charset="0"/>
              </a:rPr>
              <a:t>CoachxLive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Arial Rounded MT Bold" panose="020F0704030504030204" pitchFamily="34" charset="0"/>
              </a:rPr>
              <a:t> –CX 144 BATCH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	</a:t>
            </a:r>
            <a:r>
              <a:rPr lang="en-US" b="1" dirty="0"/>
              <a:t>					  					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0592" y="340646"/>
            <a:ext cx="5023104" cy="915130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006666"/>
                </a:solidFill>
              </a:defRPr>
            </a:pPr>
            <a:r>
              <a:rPr sz="4000" dirty="0">
                <a:latin typeface="Arial Black" panose="020B0A04020102020204" pitchFamily="34" charset="0"/>
              </a:rPr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3440" y="1621536"/>
            <a:ext cx="8168639" cy="428968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669999"/>
                </a:solidFill>
              </a:defRPr>
            </a:pP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 Create HR tables using SQL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Insert employee &amp; salary data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Perform HR analytics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Demonstrate SQL joins, grouping, subqueries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Real-world HR data management simulation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0833" y="557793"/>
            <a:ext cx="4431215" cy="777970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006666"/>
                </a:solidFill>
              </a:defRPr>
            </a:pPr>
            <a:r>
              <a:rPr sz="4000" dirty="0">
                <a:latin typeface="Algerian" panose="04020705040A02060702" pitchFamily="82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328" y="1767840"/>
            <a:ext cx="8302751" cy="4645152"/>
          </a:xfrm>
        </p:spPr>
        <p:txBody>
          <a:bodyPr>
            <a:normAutofit/>
          </a:bodyPr>
          <a:lstStyle/>
          <a:p>
            <a:pPr marL="0" indent="0" algn="just">
              <a:buNone/>
              <a:defRPr sz="2000">
                <a:solidFill>
                  <a:srgbClr val="669999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Organizations depend on reliable HR data to operate efficiently. The HR Database Management System developed in this project provides a structured framework for maintaining accurate employee records, salary details, and reporting hierarchy. Built entirely on SQL Server, the system ensures data consistency, improves information accessibility, and supports HR decision-making through analytical queries. This database serves as a foundational solution for HR automation and data-driven management.</a:t>
            </a:r>
          </a:p>
          <a:p>
            <a:pPr marL="0" indent="0">
              <a:buNone/>
              <a:defRPr sz="2000">
                <a:solidFill>
                  <a:srgbClr val="669999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4961" y="624110"/>
            <a:ext cx="6949440" cy="1280890"/>
          </a:xfrm>
        </p:spPr>
        <p:txBody>
          <a:bodyPr/>
          <a:lstStyle/>
          <a:p>
            <a:pPr>
              <a:defRPr sz="3600" b="1">
                <a:solidFill>
                  <a:srgbClr val="006666"/>
                </a:solidFill>
              </a:defRPr>
            </a:pPr>
            <a:r>
              <a:rPr>
                <a:latin typeface="Algerian" panose="04020705040A02060702" pitchFamily="82" charset="0"/>
              </a:rPr>
              <a:t>Importance of HR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560" y="2133600"/>
            <a:ext cx="8363711" cy="3777622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669999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Centralizes all employee information in one secure system  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Ensures accuracy through validation and relational constraints  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Enables fast retrieval of employee and salary data  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Supports HR decision-making with data-driven insights  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Simplifies reporting, compliance, and workforce analysis  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Scales easily as the organization grows 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1" y="624110"/>
            <a:ext cx="6888480" cy="838930"/>
          </a:xfrm>
        </p:spPr>
        <p:txBody>
          <a:bodyPr/>
          <a:lstStyle/>
          <a:p>
            <a:pPr>
              <a:defRPr sz="3600" b="1">
                <a:solidFill>
                  <a:srgbClr val="006666"/>
                </a:solidFill>
              </a:defRPr>
            </a:pPr>
            <a:r>
              <a:rPr dirty="0">
                <a:latin typeface="Algerian" panose="04020705040A02060702" pitchFamily="82" charset="0"/>
              </a:rPr>
              <a:t>Key HR Terminologies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481" y="1584960"/>
            <a:ext cx="7534656" cy="3803904"/>
          </a:xfrm>
        </p:spPr>
        <p:txBody>
          <a:bodyPr/>
          <a:lstStyle/>
          <a:p>
            <a:pPr>
              <a:defRPr sz="2000">
                <a:solidFill>
                  <a:srgbClr val="669999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Employee ID — Unique identifier for each employee  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Manager ID — Shows reporting hierarchy  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Date of Joining — Tracks employee tenure  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Salary — Fixed compensation  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Variable Pay — Incentive-based earnings  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Project — Employee’s assigned work  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Primary Key — Ensures unique records  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Foreign Key — Maintains table relationships 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1521" y="0"/>
            <a:ext cx="6589199" cy="765778"/>
          </a:xfrm>
        </p:spPr>
        <p:txBody>
          <a:bodyPr/>
          <a:lstStyle/>
          <a:p>
            <a:pPr>
              <a:defRPr sz="3600" b="1">
                <a:solidFill>
                  <a:srgbClr val="006666"/>
                </a:solidFill>
              </a:defRPr>
            </a:pPr>
            <a:r>
              <a:rPr dirty="0"/>
              <a:t>ER Diagram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CAC0F677-757A-38F6-3C86-94E62FB024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21792"/>
            <a:ext cx="9144000" cy="6168475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881" y="140208"/>
            <a:ext cx="4028879" cy="659098"/>
          </a:xfrm>
        </p:spPr>
        <p:txBody>
          <a:bodyPr/>
          <a:lstStyle/>
          <a:p>
            <a:pPr>
              <a:defRPr sz="3600" b="1">
                <a:solidFill>
                  <a:srgbClr val="006666"/>
                </a:solidFill>
              </a:defRPr>
            </a:pPr>
            <a:r>
              <a:rPr dirty="0">
                <a:latin typeface="Algerian" panose="04020705040A02060702" pitchFamily="82" charset="0"/>
              </a:rPr>
              <a:t>HR Insights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7D90AD1-68E8-A3A9-CECD-F28FE4145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752" y="1328928"/>
            <a:ext cx="8327136" cy="552907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Balanced workforce distribution across projects.</a:t>
            </a:r>
          </a:p>
          <a:p>
            <a:r>
              <a:rPr lang="en-US" sz="2000" dirty="0">
                <a:latin typeface="Arial Rounded MT Bold" panose="020F0704030504030204" pitchFamily="34" charset="0"/>
              </a:rPr>
              <a:t>Salary and variable pay show structured compensation trends.</a:t>
            </a:r>
          </a:p>
          <a:p>
            <a:r>
              <a:rPr lang="en-US" sz="2000" dirty="0">
                <a:latin typeface="Arial Rounded MT Bold" panose="020F0704030504030204" pitchFamily="34" charset="0"/>
              </a:rPr>
              <a:t>Manager–employee hierarchy clearly defined.</a:t>
            </a:r>
          </a:p>
          <a:p>
            <a:r>
              <a:rPr lang="en-US" sz="2000" dirty="0">
                <a:latin typeface="Arial Rounded MT Bold" panose="020F0704030504030204" pitchFamily="34" charset="0"/>
              </a:rPr>
              <a:t>Hiring trends visible from year-wise </a:t>
            </a:r>
            <a:r>
              <a:rPr lang="en-US" sz="2000" dirty="0" err="1">
                <a:latin typeface="Arial Rounded MT Bold" panose="020F0704030504030204" pitchFamily="34" charset="0"/>
              </a:rPr>
              <a:t>joinings</a:t>
            </a:r>
            <a:r>
              <a:rPr lang="en-US" sz="2000" dirty="0">
                <a:latin typeface="Arial Rounded MT Bold" panose="020F0704030504030204" pitchFamily="34" charset="0"/>
              </a:rPr>
              <a:t>.</a:t>
            </a:r>
          </a:p>
          <a:p>
            <a:r>
              <a:rPr lang="en-US" sz="2000" dirty="0">
                <a:latin typeface="Arial Rounded MT Bold" panose="020F0704030504030204" pitchFamily="34" charset="0"/>
              </a:rPr>
              <a:t>Missing or duplicate records easily identified.</a:t>
            </a:r>
          </a:p>
          <a:p>
            <a:r>
              <a:rPr lang="en-US" sz="2000" dirty="0">
                <a:latin typeface="Arial Rounded MT Bold" panose="020F0704030504030204" pitchFamily="34" charset="0"/>
              </a:rPr>
              <a:t>Strong PK–FK schema ensures clean and reliable HR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1191" y="274320"/>
            <a:ext cx="4260527" cy="790162"/>
          </a:xfrm>
        </p:spPr>
        <p:txBody>
          <a:bodyPr/>
          <a:lstStyle/>
          <a:p>
            <a:pPr>
              <a:defRPr sz="3600" b="1">
                <a:solidFill>
                  <a:srgbClr val="006666"/>
                </a:solidFill>
              </a:defRPr>
            </a:pPr>
            <a:r>
              <a:rPr dirty="0">
                <a:latin typeface="Algerian" panose="04020705040A02060702" pitchFamily="82" charset="0"/>
              </a:rPr>
              <a:t>Advantages</a:t>
            </a:r>
            <a:r>
              <a:rPr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20" y="1267968"/>
            <a:ext cx="8107680" cy="5590032"/>
          </a:xfrm>
        </p:spPr>
        <p:txBody>
          <a:bodyPr>
            <a:noAutofit/>
          </a:bodyPr>
          <a:lstStyle/>
          <a:p>
            <a:pPr>
              <a:defRPr sz="2000">
                <a:solidFill>
                  <a:srgbClr val="669999"/>
                </a:solidFill>
              </a:defRPr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Centralized storage of all employee information.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Higher data accuracy through primary and foreign key constraints. 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Faster retrieval of employee and salary details. 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Improved HR decision-making through SQL-based insights. 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Scalable structure for future HR modules.  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Enhances reporting, compliance, and audit processes.  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Reduces redundancy and maintains clean relational data.  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Supports clear visualization of employee–manager hierarchy.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13F78-0FF9-624C-3900-9E44D2A3A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8ED7B-2A18-1B12-4CC0-2F1E222C7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1191" y="274320"/>
            <a:ext cx="4260527" cy="790162"/>
          </a:xfrm>
        </p:spPr>
        <p:txBody>
          <a:bodyPr/>
          <a:lstStyle/>
          <a:p>
            <a:pPr>
              <a:defRPr sz="3600" b="1">
                <a:solidFill>
                  <a:srgbClr val="006666"/>
                </a:solidFill>
              </a:defRPr>
            </a:pPr>
            <a:r>
              <a:rPr dirty="0">
                <a:latin typeface="Algerian" panose="04020705040A02060702" pitchFamily="82" charset="0"/>
              </a:rPr>
              <a:t>Advantages</a:t>
            </a:r>
            <a:r>
              <a:rPr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B904A-7D10-719B-092C-894E75941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320" y="1267968"/>
            <a:ext cx="8107680" cy="5590032"/>
          </a:xfrm>
        </p:spPr>
        <p:txBody>
          <a:bodyPr>
            <a:noAutofit/>
          </a:bodyPr>
          <a:lstStyle/>
          <a:p>
            <a:pPr>
              <a:defRPr sz="2000">
                <a:solidFill>
                  <a:srgbClr val="669999"/>
                </a:solidFill>
              </a:defRPr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Centralized storage of all employee information.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Higher data accuracy through primary and foreign key constraints. 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Faster retrieval of employee and salary details. 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Improved HR decision-making through SQL-based insights. 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Scalable structure for future HR modules.  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Enhances reporting, compliance, and audit processes.  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Reduces redundancy and maintains clean relational data.  </a:t>
            </a:r>
          </a:p>
          <a:p>
            <a:pPr>
              <a:defRPr sz="2000">
                <a:solidFill>
                  <a:srgbClr val="669999"/>
                </a:solidFill>
              </a:defRPr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Supports clear visualization of employee–manager hierarchy. </a:t>
            </a:r>
          </a:p>
        </p:txBody>
      </p:sp>
    </p:spTree>
    <p:extLst>
      <p:ext uri="{BB962C8B-B14F-4D97-AF65-F5344CB8AC3E}">
        <p14:creationId xmlns:p14="http://schemas.microsoft.com/office/powerpoint/2010/main" val="2262657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EABFF-B325-B67B-773E-5B4561F83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5745" y="210741"/>
            <a:ext cx="6589199" cy="826738"/>
          </a:xfrm>
        </p:spPr>
        <p:txBody>
          <a:bodyPr/>
          <a:lstStyle/>
          <a:p>
            <a:r>
              <a:rPr lang="en-US" b="1" dirty="0">
                <a:solidFill>
                  <a:srgbClr val="41134D"/>
                </a:solidFill>
                <a:latin typeface="Algerian" panose="04020705040A02060702" pitchFamily="82" charset="0"/>
              </a:rPr>
              <a:t>           LIMITATIONS</a:t>
            </a:r>
            <a:r>
              <a:rPr lang="en-US" dirty="0"/>
              <a:t> 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3884A-6491-32B2-0295-DB83C4EEC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712" y="1377696"/>
            <a:ext cx="8290559" cy="453352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No graphical user interface; requires SQL knowledge to operate  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Limited HR modules—does not include attendance, leave, or performance tracking  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Manual data entry may lead to human errors  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No real-time updates without manual SQL operations  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Not integrated with payroll or other HR management systems  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Requires periodic maintenance and data validation  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Cannot automatically generate advanced HR reports or dashboards </a:t>
            </a:r>
          </a:p>
        </p:txBody>
      </p:sp>
    </p:spTree>
    <p:extLst>
      <p:ext uri="{BB962C8B-B14F-4D97-AF65-F5344CB8AC3E}">
        <p14:creationId xmlns:p14="http://schemas.microsoft.com/office/powerpoint/2010/main" val="37083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1280160"/>
            <a:ext cx="8510016" cy="4631062"/>
          </a:xfrm>
        </p:spPr>
        <p:txBody>
          <a:bodyPr>
            <a:normAutofit/>
          </a:bodyPr>
          <a:lstStyle/>
          <a:p>
            <a:pPr marL="0" indent="0" algn="just">
              <a:buNone/>
              <a:defRPr sz="2000">
                <a:solidFill>
                  <a:srgbClr val="669999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The HR Database Management System provides a structured and efficient way to store, manage, and analyze employee information. Through the use of SQL-based tables, constraints, and analytical queries, the project demonstrates how organizations can maintain accurate employee records, understand reporting hierarchies, and evaluate salary structures.</a:t>
            </a:r>
          </a:p>
          <a:p>
            <a:pPr marL="0" indent="0" algn="just">
              <a:buNone/>
              <a:defRPr sz="2000">
                <a:solidFill>
                  <a:srgbClr val="669999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This system successfully meets the objectives of designing a relational database, ensuring data integrity, and delivering meaningful HR insights. Overall, it serves as a strong foundation for more advanced HR modules, automation, and future integration with enterprise HR systems.</a:t>
            </a:r>
          </a:p>
          <a:p>
            <a:pPr marL="0" indent="0">
              <a:buNone/>
              <a:defRPr sz="2000">
                <a:solidFill>
                  <a:srgbClr val="669999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140208"/>
            <a:ext cx="6589199" cy="1280890"/>
          </a:xfrm>
        </p:spPr>
        <p:txBody>
          <a:bodyPr/>
          <a:lstStyle/>
          <a:p>
            <a:pPr>
              <a:defRPr sz="3600" b="1">
                <a:solidFill>
                  <a:srgbClr val="006666"/>
                </a:solidFill>
              </a:defRPr>
            </a:pPr>
            <a:r>
              <a:rPr dirty="0"/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360" y="1377696"/>
            <a:ext cx="8083296" cy="5340096"/>
          </a:xfrm>
        </p:spPr>
        <p:txBody>
          <a:bodyPr/>
          <a:lstStyle/>
          <a:p>
            <a:pPr algn="just">
              <a:defRPr sz="2000">
                <a:solidFill>
                  <a:srgbClr val="669999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Add attendance and leave management modules  </a:t>
            </a:r>
          </a:p>
          <a:p>
            <a:pPr algn="just">
              <a:defRPr sz="2000">
                <a:solidFill>
                  <a:srgbClr val="669999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Integrate performance evaluation and appraisal tracking  </a:t>
            </a:r>
          </a:p>
          <a:p>
            <a:pPr algn="just">
              <a:defRPr sz="2000">
                <a:solidFill>
                  <a:srgbClr val="669999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Introduce department and job role hierarchy tables  </a:t>
            </a:r>
          </a:p>
          <a:p>
            <a:pPr algn="just">
              <a:defRPr sz="2000">
                <a:solidFill>
                  <a:srgbClr val="669999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Implement a user-friendly web or mobile interface  </a:t>
            </a:r>
          </a:p>
          <a:p>
            <a:pPr algn="just">
              <a:defRPr sz="2000">
                <a:solidFill>
                  <a:srgbClr val="669999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Automate HR reporting and monthly payroll generation  </a:t>
            </a:r>
          </a:p>
          <a:p>
            <a:pPr algn="just">
              <a:defRPr sz="2000">
                <a:solidFill>
                  <a:srgbClr val="669999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Integrate with payroll, onboarding, and HRMS systems  </a:t>
            </a:r>
          </a:p>
          <a:p>
            <a:pPr algn="just">
              <a:defRPr sz="2000">
                <a:solidFill>
                  <a:srgbClr val="669999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Add data visualization dashboards using Power BI or Tableau  </a:t>
            </a:r>
          </a:p>
          <a:p>
            <a:pPr algn="just">
              <a:defRPr sz="2000">
                <a:solidFill>
                  <a:srgbClr val="669999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Enable real-time data updates and automated validations 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98</TotalTime>
  <Words>667</Words>
  <Application>Microsoft Office PowerPoint</Application>
  <PresentationFormat>On-screen Show (4:3)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Algerian</vt:lpstr>
      <vt:lpstr>Arial</vt:lpstr>
      <vt:lpstr>Arial Black</vt:lpstr>
      <vt:lpstr>Arial Rounded MT Bold</vt:lpstr>
      <vt:lpstr>Century Gothic</vt:lpstr>
      <vt:lpstr>Wingdings 3</vt:lpstr>
      <vt:lpstr>Wisp</vt:lpstr>
      <vt:lpstr>HR DATABASE MANAGEMENT          SYSTEM</vt:lpstr>
      <vt:lpstr>Project Scope</vt:lpstr>
      <vt:lpstr>Introduction</vt:lpstr>
      <vt:lpstr>Importance of HR Systems</vt:lpstr>
      <vt:lpstr>Key HR Terminologies</vt:lpstr>
      <vt:lpstr>ER Diagram</vt:lpstr>
      <vt:lpstr>HR Insights</vt:lpstr>
      <vt:lpstr>Advantages </vt:lpstr>
      <vt:lpstr>Advantages </vt:lpstr>
      <vt:lpstr>           LIMITATIONS </vt:lpstr>
      <vt:lpstr>Conclusion</vt:lpstr>
      <vt:lpstr>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Jayesh Bacchav</cp:lastModifiedBy>
  <cp:revision>2</cp:revision>
  <dcterms:created xsi:type="dcterms:W3CDTF">2013-01-27T09:14:16Z</dcterms:created>
  <dcterms:modified xsi:type="dcterms:W3CDTF">2025-12-09T15:08:56Z</dcterms:modified>
  <cp:category/>
</cp:coreProperties>
</file>